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ทอ.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</c:v>
                </c:pt>
                <c:pt idx="1">
                  <c:v>5</c:v>
                </c:pt>
                <c:pt idx="2">
                  <c:v>0</c:v>
                </c:pt>
                <c:pt idx="3">
                  <c:v>3</c:v>
                </c:pt>
                <c:pt idx="4">
                  <c:v>4</c:v>
                </c:pt>
                <c:pt idx="5">
                  <c:v>3</c:v>
                </c:pt>
                <c:pt idx="6">
                  <c:v>5</c:v>
                </c:pt>
                <c:pt idx="7">
                  <c:v>3</c:v>
                </c:pt>
                <c:pt idx="8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นอก ทอ.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5</c:v>
                </c:pt>
                <c:pt idx="3">
                  <c:v>2</c:v>
                </c:pt>
                <c:pt idx="4">
                  <c:v>4</c:v>
                </c:pt>
                <c:pt idx="5">
                  <c:v>5</c:v>
                </c:pt>
                <c:pt idx="6">
                  <c:v>1</c:v>
                </c:pt>
                <c:pt idx="7">
                  <c:v>3</c:v>
                </c:pt>
                <c:pt idx="8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รุ่นที่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หลักสูตรฝึกอบรมวิสัญญีพยาบาล ระยะเวลา 1 ปี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กองวิสัญญีและห้องผ่าตัด รพ.ภูมิพลอดุลยเดช พอ.  |  สถาบันฝึกอบรมตั้งแต่ ต.ค. 2557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01752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099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20240" y="170992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รุ่น ที่เปิดฝึกอบรม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(ปีงบประมาณ 2558 - ปัจจุบัน)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017520" cy="13258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1868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920240" y="321868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นายทหาร/พยาบาล สำเร็จการศึกษา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(รุ่น 1-8 สะสม)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3017520" cy="13258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72744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920240" y="4727448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ปีที่ได้รับอนุมัติเป็น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สถาบันฝึกอบรมอย่างเป็นทางการ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ที่มา: แก้ปัญหาวิสัญญีพยาบาลขาดแคลนขั้นวิกฤต ที่กระทบความปลอดภัยผู้ป่วยผ่าตัด — ผลิตบุคลากรอย่างยั่งยืนทั้งใน ทอ. และส่งต่อให้หน่วยงานสาธารณสุขทั่วประเทศ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2468880"/>
            <a:ext cx="3840480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246888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ภาคทฤษฎี (50%)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23360" y="299923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สอนโดยวิสัญญีแพทย์ ≥ 80% ของเวลาเรียน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สอบ Basic / Clinical / Final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0" y="2468880"/>
            <a:ext cx="3840480" cy="14173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3840" y="2468880"/>
            <a:ext cx="914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ภาคปฏิบัติ (50%)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2999232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ปฏิบัติงานในและนอกห้องผ่าตัดตลอดปี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เก็บเคสผู้ป่วย ≥ 150 รายต่อคน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41605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จำนวนผู้เข้ารับการฝึกอบรมแต่ละรุ่น แยกตามต้นสังกัด (ทอ. / นอก ทอ.)</a:t>
            </a:r>
            <a:endParaRPr lang="en-US" sz="14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3749040" y="4526280"/>
          <a:ext cx="79552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ที่มา: เอกสารโครงการฝึกอบรมวิสัญญีพยาบาล หลักสูตร 1 ปี รพ.ภูมิพลอดุลยเดช พอ.  |  ข้อมูล ณ ปีงบประมาณ 2566 (รุ่น 9 อยู่ระหว่างฝึกอบรม)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หลักสูตรวิสัญญีพยาบาล 1 ปี - รพ.ภูมิพลอดุลยเดช พอ.</dc:title>
  <dc:subject>PptxGenJS Presentation</dc:subject>
  <dc:creator>Laura</dc:creator>
  <cp:lastModifiedBy>Laura</cp:lastModifiedBy>
  <cp:revision>1</cp:revision>
  <dcterms:created xsi:type="dcterms:W3CDTF">2026-06-08T06:04:43Z</dcterms:created>
  <dcterms:modified xsi:type="dcterms:W3CDTF">2026-06-08T06:04:43Z</dcterms:modified>
</cp:coreProperties>
</file>